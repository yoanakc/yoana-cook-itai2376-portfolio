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3"/>
  </p:notesMasterIdLst>
  <p:sldIdLst>
    <p:sldId id="256" r:id="rId3"/>
    <p:sldId id="258" r:id="rId4"/>
    <p:sldId id="260" r:id="rId5"/>
    <p:sldId id="262" r:id="rId6"/>
    <p:sldId id="264" r:id="rId7"/>
    <p:sldId id="266" r:id="rId8"/>
    <p:sldId id="268" r:id="rId9"/>
    <p:sldId id="270" r:id="rId10"/>
    <p:sldId id="272" r:id="rId11"/>
    <p:sldId id="274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06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7816d7cf6_5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7816d7cf6_5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816d7cf6_5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7816d7cf6_5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7816d7cf6_5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7816d7cf6_5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7816d7cf6_5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7816d7cf6_5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7816d7cf6_5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7816d7cf6_5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816d7cf6_5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7816d7cf6_5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7816d7cf6_5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7816d7cf6_5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7816d7cf6_5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7816d7cf6_5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7816d7cf6_5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7816d7cf6_5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7816d7cf6_5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7816d7cf6_5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descr="make the ring have a golden grow in its perimet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0500" y="1944150"/>
            <a:ext cx="2264050" cy="22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 descr="keep the image the same, but remove the symbol under film example:offer weap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1850" y="1513550"/>
            <a:ext cx="1533375" cy="15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7950" y="1526625"/>
            <a:ext cx="1533375" cy="15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5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7"/>
          <p:cNvPicPr preferRelativeResize="0"/>
          <p:nvPr/>
        </p:nvPicPr>
        <p:blipFill rotWithShape="1">
          <a:blip r:embed="rId3">
            <a:alphaModFix/>
          </a:blip>
          <a:srcRect l="69" r="59"/>
          <a:stretch/>
        </p:blipFill>
        <p:spPr>
          <a:xfrm>
            <a:off x="-35700" y="0"/>
            <a:ext cx="9210675" cy="51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7" descr="make a simple image depicting humans misunderstanding aliens , humans thinking aliens are evil while the aliens come in peace 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0" y="2505200"/>
            <a:ext cx="2465800" cy="24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Rodriguez</dc:creator>
  <cp:lastModifiedBy>richard.rodriguez17-W1428896</cp:lastModifiedBy>
  <cp:revision>1</cp:revision>
  <dcterms:modified xsi:type="dcterms:W3CDTF">2026-02-15T04:07:15Z</dcterms:modified>
</cp:coreProperties>
</file>